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0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81109-9FDA-46B7-ADBA-ACCBE22629F3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38EE6-315B-470B-BAA1-65AAA3AEED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698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0A506-753D-376D-8588-3835BF63D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B7EA9-F5ED-5E5E-FDEA-5BD107FAC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4B55D-9F01-6CF1-C211-BCED99E7C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736D-6020-4950-B78E-3618C66BEC5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B84C6-7891-144E-BB8F-3F6CC8302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70A1F-A724-75D4-7768-F80DA48CB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C530A-7326-4370-8B5E-15D288BF2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530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4733E-6FBE-DBCA-65E5-B9B7CAC8D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37C2D-48BB-8440-9AAE-8F57E6794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72D3D-11B4-F3BF-D418-252336DC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736D-6020-4950-B78E-3618C66BEC5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0FB37-7E45-B129-449D-303124C5B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00E86-A9CA-B692-7F48-3D2CC5BE3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C530A-7326-4370-8B5E-15D288BF2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1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5733-AC18-2018-249D-F3FFC75B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08087-7450-7F07-4D4E-9921C1D03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8C0C1-CD96-C1AD-FE14-E6AA3574E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736D-6020-4950-B78E-3618C66BEC5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5223C-5C73-E795-B8FB-FC287EC4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9C7CC-3144-1886-17F7-A066C743C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C530A-7326-4370-8B5E-15D288BF2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990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F74F-F005-210F-C469-DF51E3A6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E9329-8301-2CE4-AA79-7C7B1F2CF0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D3807-0DDE-82FF-D4AF-03EDC815B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A7EE9-8A51-1992-D6D1-9C15D6B0B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736D-6020-4950-B78E-3618C66BEC5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54C19-E853-B8C6-47C6-6B875D58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D7EE8-5F5C-C8BC-EEE9-984CC0BAF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C530A-7326-4370-8B5E-15D288BF2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375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27CB2-8908-2293-22CC-C254B5C5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00A2A-DC73-085C-3687-9C94857FA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AB401-47CD-90E9-31B8-8376E518B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1BC99-1401-4531-C20E-0E197AADFA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8EF6D7-7961-44FE-FAAA-F202C47FE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D050A6-5F5A-39D4-037F-9A6C006DD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736D-6020-4950-B78E-3618C66BEC5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283E79-EE17-65A9-62BC-1660AC368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B101D3-D369-781C-73E6-27352B11E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C530A-7326-4370-8B5E-15D288BF2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612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215AD-240F-4007-DB4A-548272C13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F118B7-1346-D041-4DAB-B78EDF3BE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736D-6020-4950-B78E-3618C66BEC5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FB3D7-73BF-AC11-A26C-267D4EDB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2C888-A6B3-D2B7-D0DD-E76859F01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C530A-7326-4370-8B5E-15D288BF2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06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7E84EE-251D-E011-C437-B871579F8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736D-6020-4950-B78E-3618C66BEC5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825FFA-2765-DCCB-5872-FEEB5B2C5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C1A7F-4D10-37F1-A82A-85736ABA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C530A-7326-4370-8B5E-15D288BF2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8233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6C223-3F48-B5D3-9F05-92F0EDA7C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F7EE4-4F48-D0A2-C52E-9A953BDA3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C11CD-8271-F8AD-7845-BFC24DAAA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4B33F-37BA-B0A2-A787-7EB2E88B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736D-6020-4950-B78E-3618C66BEC5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D3D3F-56F5-9E22-6C0B-D95B1B161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39A85-8B68-8FEB-1185-A5FF87798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C530A-7326-4370-8B5E-15D288BF2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759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7A7C2-29A8-BDD4-80D5-8E560AF67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E4B501-0DAF-5D11-4DC7-3DD3999815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849530-87EC-42ED-E223-9A3A0979B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888BD-097A-CAEC-7867-A95EF67AE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736D-6020-4950-B78E-3618C66BEC5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01DA2-AAF3-5705-664B-FD35F437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4A09A-5FC8-CE64-CF50-D373B00A0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C530A-7326-4370-8B5E-15D288BF2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10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5EDC7-5BBF-9753-616B-90E8BF18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8E899-F06B-B8ED-70AD-39C883D0E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9C1BB-0525-2C03-11B1-A45A1A49B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736D-6020-4950-B78E-3618C66BEC5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7057F-788D-18F9-0833-E6AEF35EB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39733-85D0-99D0-6263-F9ABF4F9E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C530A-7326-4370-8B5E-15D288BF2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071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2618-0616-9FE2-FFB3-DBA679F74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AE2877-E33F-52FD-8209-E1F7D9735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2F892-AA13-42D1-1FB0-17F9B7931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736D-6020-4950-B78E-3618C66BEC5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18838-CC25-6715-3ED7-8423E634A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E274E-2D0E-1587-BFA6-69B1F4FEB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C530A-7326-4370-8B5E-15D288BF2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949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8A04F5-6747-ECA2-ACAA-CA7ABE16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2AB34-CD71-0EA4-CA27-296B22383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695F9-07ED-FA38-011F-24B31E0BA0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3736D-6020-4950-B78E-3618C66BEC54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760A0-1100-493E-A866-EB4050C36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6BA41-AEF6-2F42-79C7-B03780A03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5C530A-7326-4370-8B5E-15D288BF2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0285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5C4CE-078C-0FCA-2468-CF540FBB0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3303" y="1132637"/>
            <a:ext cx="10459093" cy="1579740"/>
          </a:xfrm>
        </p:spPr>
        <p:txBody>
          <a:bodyPr>
            <a:normAutofit fontScale="90000"/>
          </a:bodyPr>
          <a:lstStyle/>
          <a:p>
            <a:r>
              <a:rPr lang="en-GB" dirty="0"/>
              <a:t>Accessible DL tools </a:t>
            </a:r>
            <a:br>
              <a:rPr lang="en-GB" dirty="0"/>
            </a:br>
            <a:r>
              <a:rPr lang="en-GB" dirty="0"/>
              <a:t>for Bioimage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ADCC7A-476A-63CD-0C46-9B5328233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2908" y="3429000"/>
            <a:ext cx="8726184" cy="1655762"/>
          </a:xfrm>
        </p:spPr>
        <p:txBody>
          <a:bodyPr/>
          <a:lstStyle/>
          <a:p>
            <a:r>
              <a:rPr lang="en-GB" dirty="0"/>
              <a:t>Showcase of DL and ML tools a Python-capable microscopy user can realistically use today</a:t>
            </a:r>
          </a:p>
        </p:txBody>
      </p:sp>
    </p:spTree>
    <p:extLst>
      <p:ext uri="{BB962C8B-B14F-4D97-AF65-F5344CB8AC3E}">
        <p14:creationId xmlns:p14="http://schemas.microsoft.com/office/powerpoint/2010/main" val="3332386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8355</TotalTime>
  <Words>21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Accessible DL tools  for Bioimage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Čočková Zuzana</dc:creator>
  <cp:lastModifiedBy>Čočková Zuzana</cp:lastModifiedBy>
  <cp:revision>5</cp:revision>
  <dcterms:created xsi:type="dcterms:W3CDTF">2026-05-19T13:49:12Z</dcterms:created>
  <dcterms:modified xsi:type="dcterms:W3CDTF">2026-05-25T12:56:11Z</dcterms:modified>
</cp:coreProperties>
</file>